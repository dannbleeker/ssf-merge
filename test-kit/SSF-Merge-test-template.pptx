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Quarterly revenue — {{Region}}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{{Region}}</c:v>
                </c:pt>
                <c:pt idx="1">
                  <c:v>Everyone else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18.0</c:v>
                </c:pt>
                <c:pt idx="1">
                  <c:v>42.0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{{Name}} before {{Renewal|date:d MMM}}.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12B4A"/>
                </a:solidFill>
                <a:latin typeface="Aptos"/>
              </a:rPr>
              <a:t>SSF Merge — test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D"/>
                </a:solidFill>
                <a:latin typeface="Aptos"/>
              </a:rPr>
              <a:t>The template block is slides 2 and 3. This slide is not part of it.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1.  Add the SmartArt yourself, on slide 3, where the grey box says so: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Insert ▸ SmartArt ▸ Process ▸ Basic Process, then type into the three boxes: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{{Name}}   ·   {{Region}}   ·   Renewal {{Renewal|date:d MMM}}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Delete the grey box afterwards. (Nothing outside PowerPoint can author SmartArt,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and a diagram PowerPoint wrote is the stronger test anyway.)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2.  Open SSF Merge. Step 1: block from 2 to 3. Step 2: paste the rows from data.txt,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     then choose ada.png, grace.png and alan.png when the picture picker appears.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3.  Step 3 should list every field below. Step 5 merges: 3 rows × 2 slides = 6 slides.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Fields in this template: Name, Region, Revenue, Renewal, Photo — and Nickname,</a:t>
            </a:r>
          </a:p>
          <a:p>
            <a:r>
              <a:rPr sz="1500" b="0">
                <a:solidFill>
                  <a:srgbClr val="555F6D"/>
                </a:solidFill>
                <a:latin typeface="Aptos"/>
              </a:rPr>
              <a:t>which the data deliberately does NOT have. It should stay visible as {{Nickname}}.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2B4A"/>
                </a:solidFill>
                <a:latin typeface="Aptos"/>
              </a:rPr>
              <a:t>{{Name}} — {{Region}}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F6D"/>
                </a:solidFill>
                <a:latin typeface="Aptos"/>
              </a:rPr>
              <a:t>Renewal {{Renewal|date:d MMM yyyy}}</a:t>
            </a:r>
          </a:p>
          <a:p>
            <a:r>
              <a:rPr sz="1800" b="0">
                <a:solidFill>
                  <a:srgbClr val="555F6D"/>
                </a:solidFill>
                <a:latin typeface="Aptos"/>
              </a:rPr>
              <a:t>{{Revenue|number:0}} 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640080"/>
            <a:ext cx="2926080" cy="2194560"/>
          </a:xfrm>
          <a:prstGeom prst="rect">
            <a:avLst/>
          </a:prstGeom>
          <a:noFill/>
          <a:ln w="19050">
            <a:solidFill>
              <a:srgbClr val="E47A1C"/>
            </a:solidFill>
          </a:ln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F6D"/>
                </a:solidFill>
              </a:rPr>
              <a:t>{{Photo|image}}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2651760"/>
          <a:ext cx="7498079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2B4A"/>
                </a:solidFill>
                <a:latin typeface="Aptos"/>
              </a:rPr>
              <a:t>Next steps for {{Name}}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F6D"/>
                </a:solidFill>
                <a:latin typeface="Aptos"/>
              </a:rPr>
              <a:t>Account owner: {{Nickname}}   ← no such column; this should stay as written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881360" cy="3840480"/>
          </a:xfrm>
          <a:prstGeom prst="rect">
            <a:avLst/>
          </a:prstGeom>
          <a:noFill/>
          <a:ln w="12700">
            <a:solidFill>
              <a:srgbClr val="555F6D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555F6D"/>
                </a:solidFill>
              </a:rPr>
              <a:t>Put the SmartArt here.</a:t>
            </a:r>
          </a:p>
          <a:p>
            <a:r>
              <a:rPr sz="1600">
                <a:solidFill>
                  <a:srgbClr val="555F6D"/>
                </a:solidFill>
              </a:rPr>
              <a:t/>
            </a:r>
          </a:p>
          <a:p>
            <a:r>
              <a:rPr sz="1600">
                <a:solidFill>
                  <a:srgbClr val="555F6D"/>
                </a:solidFill>
              </a:rPr>
              <a:t>Insert ▸ SmartArt ▸ Process ▸ Basic Process, then type into the three boxes:</a:t>
            </a:r>
          </a:p>
          <a:p>
            <a:r>
              <a:rPr sz="1600">
                <a:solidFill>
                  <a:srgbClr val="555F6D"/>
                </a:solidFill>
              </a:rPr>
              <a:t>{{Name}}     {{Region}}     Renewal {{Renewal|date:d MMM}}</a:t>
            </a:r>
          </a:p>
          <a:p>
            <a:r>
              <a:rPr sz="1600">
                <a:solidFill>
                  <a:srgbClr val="555F6D"/>
                </a:solidFill>
              </a:rPr>
              <a:t/>
            </a:r>
          </a:p>
          <a:p>
            <a:r>
              <a:rPr sz="1600">
                <a:solidFill>
                  <a:srgbClr val="555F6D"/>
                </a:solidFill>
              </a:rPr>
              <a:t>Then delete this box.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