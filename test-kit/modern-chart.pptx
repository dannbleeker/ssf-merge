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Sheet1!$A$2:$B$4</cx:f>
        <cx:lvl ptCount="3">
          <cx:pt idx="0">{{Region}}</cx:pt>
          <cx:pt idx="1">Benelux</cx:pt>
          <cx:pt idx="2">DACH</cx:pt>
        </cx:lvl>
        <cx:lvl ptCount="3">
          <cx:pt idx="0">Existing</cx:pt>
          <cx:pt idx="1">Existing</cx:pt>
          <cx:pt idx="2">New</cx:pt>
        </cx:lvl>
        <cx:lvl ptCount="0"/>
      </cx:strDim>
      <cx:numDim type="size">
        <cx:f>Sheet1!$C$2:$C$4</cx:f>
        <cx:lvl ptCount="3" formatCode="Standard">
          <cx:pt idx="0">100</cx:pt>
          <cx:pt idx="1">60</cx:pt>
          <cx:pt idx="2">40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da-DK" dirty="0"/>
              <a:t>{{Name}} pipeline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</a:endParaRPr>
          </a:p>
        </cx:rich>
      </cx:tx>
    </cx:title>
    <cx:plotArea>
      <cx:plotAreaRegion>
        <cx:series layoutId="sunburst" uniqueId="{A65DB3B0-7D05-47F9-8D00-C227DFBFC332}">
          <cx:tx>
            <cx:txData>
              <cx:f>Sheet1!$C$1</cx:f>
              <cx:v>{{Name}}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6E9A-435C-8B79-573E-CB080014D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D5BA8-B8D1-85C2-50AB-26CA23C26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D353-A009-48C3-04D5-F245965A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544A3-BAEC-EB86-73D9-AC3AB89D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CBE7C-FC3E-4C2C-FFF6-25334F4F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0266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4B7C-54CA-8645-0364-860ECA87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A98B0-0D6D-4AC0-C6AB-B9E0FE62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9DB9-9AC2-E521-B21A-EB6C2D6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BB97-960D-6B70-F973-32D06815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3D6C-3F9A-19C4-D76F-1CA868C4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800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65ED-E0D2-44C6-7AD1-A50D9C322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C99B6-77A8-DEEB-97B5-C31A98B97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4CAC-4166-8A9A-DE9F-77FE9D1A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99D73-450E-0879-4FE3-2A903F24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7AEB9-AC5A-E44D-B476-49034EFE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319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1AFB-F19F-FB91-5B64-581F5088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1A12-92CB-366A-62C9-A4D0D9372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3A465-9739-EE39-DEAA-759DC665B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3D717-A2BF-8E10-A0D5-8282AD9C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45BD4-E59F-7265-4FCE-EB3E9988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94614-0E60-78FF-D1A4-C8730CF9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57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9BAB-BF01-0C62-954D-612C38CB5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750B1-1E08-5601-2DDC-CD89178B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93405-F235-8B8A-7767-4C72D871A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EEB6B-FF77-B4C9-F7CF-7C978F3CE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7C765-1DA8-4FAB-DB09-3C1ABAE19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2F7FDD-7932-B788-1E84-9BD44640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05BADB-2F99-9497-561A-E98BCE3C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268E2-A357-2553-6A18-132F665B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518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CA17-1F4A-D3E2-FBB4-F13C0E99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CFB36-CB79-079B-0EDD-050B535B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F1BC1-F2BF-2B1A-A896-5086F9D9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0B28A-BD50-CD26-ADA8-3E3015B8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465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EBA0A-CF91-3661-EFC5-CADB03480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F1B47-AAF4-E3B2-BA07-A3D76008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63BC2-09BC-13EC-DE8E-EB18DA353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818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D796-B9C4-887C-1E53-AB50F636F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C6F4-A568-DDE2-4293-563296FD8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B89D8-CBCA-E66C-363E-0F9D9BBCD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80516-8A0B-574B-75D0-5C82F693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C027-FC54-BAFB-8EA7-3FB5F340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76E3D-CECF-AA77-0B8B-ED713428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074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E49-9406-13A6-6C90-79848065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42628F-37F9-F4D5-FDA2-7E4C8FE1C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1C72C-06BC-A8BF-95BB-709B303AA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527B1-DA57-51CD-5C61-9517A24B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A35FB-B4D4-BC3C-FC2D-69287A6C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E9AA2-DF84-25B6-9C3C-712E8597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6685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420D-5D64-F980-6B69-C311019F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CEFA5-68C6-A2F2-025C-053DBE305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4325E-9CB7-92BF-BFA4-FDDEEB59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1FDA9-C10B-4D7D-AFF0-C1EC2204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284E-CD6B-9616-EA9A-9EF0FF79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780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2A4D6-1B05-BB89-06D6-6651FA450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34D8E-88F2-5E00-706F-4939B5C9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96303-B68C-11C1-E8D0-4F3D17F1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7070-4F46-2C00-D8E1-8CD3C20A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16FD4-B8BD-E785-9A52-CCBFCCA9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988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10CA3-A404-C79C-35D4-FF65A65F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3336E-929E-334A-A96D-08EAE6F95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90D4B-BC35-BEBC-200A-66196B9B5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FAEF2-B30A-41DD-BDE1-263AC9501BD2}" type="datetimeFigureOut">
              <a:rPr lang="da-DK" smtClean="0"/>
              <a:t>29-08-2026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F4DA-A35B-C39B-A405-09FBB4F11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9681A-2D9D-F953-A35F-256E3A33F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FD0D9-CC46-4CB5-A68A-96B304D719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610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14/relationships/chartEx" Target="../charts/chartEx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839A544F-7CE1-4116-5417-87E5F971998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9255642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839A544F-7CE1-4116-5417-87E5F97199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0F81D78-354C-7C44-ADF7-7674B75E8DBF}"/>
              </a:ext>
            </a:extLst>
          </p:cNvPr>
          <p:cNvSpPr txBox="1">
            <a:spLocks/>
          </p:cNvSpPr>
          <p:nvPr/>
        </p:nvSpPr>
        <p:spPr>
          <a:xfrm>
            <a:off x="571653" y="5782534"/>
            <a:ext cx="3813060" cy="788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dirty="0"/>
              <a:t>Pipeline for {{Name}}</a:t>
            </a:r>
          </a:p>
        </p:txBody>
      </p:sp>
    </p:spTree>
    <p:extLst>
      <p:ext uri="{BB962C8B-B14F-4D97-AF65-F5344CB8AC3E}">
        <p14:creationId xmlns:p14="http://schemas.microsoft.com/office/powerpoint/2010/main" val="202973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 Bleeker Pedersen</dc:creator>
  <cp:lastModifiedBy>Dann Bleeker Pedersen</cp:lastModifiedBy>
  <cp:revision>1</cp:revision>
  <dcterms:created xsi:type="dcterms:W3CDTF">2026-08-29T19:23:08Z</dcterms:created>
  <dcterms:modified xsi:type="dcterms:W3CDTF">2026-08-29T19:36:42Z</dcterms:modified>
</cp:coreProperties>
</file>