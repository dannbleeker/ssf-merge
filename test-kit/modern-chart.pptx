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8" d="100"/>
          <a:sy n="58" d="100"/>
        </p:scale>
        <p:origin x="8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Sheet1!$A$2:$B$4</cx:f>
        <cx:lvl ptCount="3">
          <cx:pt idx="0">{{Region}}</cx:pt>
          <cx:pt idx="1">Benelux</cx:pt>
          <cx:pt idx="2">DACH</cx:pt>
        </cx:lvl>
        <cx:lvl ptCount="3">
          <cx:pt idx="0">Existing</cx:pt>
          <cx:pt idx="1">Existing</cx:pt>
          <cx:pt idx="2">New</cx:pt>
        </cx:lvl>
        <cx:lvl ptCount="0"/>
      </cx:strDim>
      <cx:numDim type="size">
        <cx:f>Sheet1!$C$2:$C$4</cx:f>
        <cx:lvl ptCount="3" formatCode="Standard">
          <cx:pt idx="0">100</cx:pt>
          <cx:pt idx="1">60</cx:pt>
          <cx:pt idx="2">40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da-DK" dirty="0"/>
              <a:t>{{Name}} pipeline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Aptos" panose="02110004020202020204"/>
            </a:endParaRPr>
          </a:p>
        </cx:rich>
      </cx:tx>
    </cx:title>
    <cx:plotArea>
      <cx:plotAreaRegion>
        <cx:series layoutId="sunburst" uniqueId="{A65DB3B0-7D05-47F9-8D00-C227DFBFC332}">
          <cx:tx>
            <cx:txData>
              <cx:f>Sheet1!$C$1</cx:f>
              <cx:v>{{Name}}</cx:v>
            </cx:txData>
          </cx:tx>
          <cx:dataLabels pos="ctr">
            <cx:visibility seriesName="0" categoryName="1" value="0"/>
          </cx:dataLabels>
          <cx:dataId val="0"/>
        </cx:series>
      </cx:plotAreaRegion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8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26E9A-435C-8B79-573E-CB080014D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DD5BA8-B8D1-85C2-50AB-26CA23C26D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7D353-A009-48C3-04D5-F245965A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FAEF2-B30A-41DD-BDE1-263AC9501BD2}" type="datetimeFigureOut">
              <a:rPr lang="da-DK" smtClean="0"/>
              <a:t>29-08-2026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544A3-BAEC-EB86-73D9-AC3AB89D8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FCBE7C-FC3E-4C2C-FFF6-25334F4F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FD0D9-CC46-4CB5-A68A-96B304D719B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80266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24B7C-54CA-8645-0364-860ECA87A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A98B0-0D6D-4AC0-C6AB-B9E0FE62F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6C9DB9-9AC2-E521-B21A-EB6C2D66C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FAEF2-B30A-41DD-BDE1-263AC9501BD2}" type="datetimeFigureOut">
              <a:rPr lang="da-DK" smtClean="0"/>
              <a:t>29-08-2026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2BB97-960D-6B70-F973-32D068153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773D6C-3F9A-19C4-D76F-1CA868C41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FD0D9-CC46-4CB5-A68A-96B304D719B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18001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C65ED-E0D2-44C6-7AD1-A50D9C322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2C99B6-77A8-DEEB-97B5-C31A98B97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1E4CAC-4166-8A9A-DE9F-77FE9D1A0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FAEF2-B30A-41DD-BDE1-263AC9501BD2}" type="datetimeFigureOut">
              <a:rPr lang="da-DK" smtClean="0"/>
              <a:t>29-08-2026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99D73-450E-0879-4FE3-2A903F242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7AEB9-AC5A-E44D-B476-49034EFE1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FD0D9-CC46-4CB5-A68A-96B304D719B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83197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61AFB-F19F-FB91-5B64-581F5088F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E1A12-92CB-366A-62C9-A4D0D93721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3A465-9739-EE39-DEAA-759DC665BA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3D717-A2BF-8E10-A0D5-8282AD9CD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FAEF2-B30A-41DD-BDE1-263AC9501BD2}" type="datetimeFigureOut">
              <a:rPr lang="da-DK" smtClean="0"/>
              <a:t>29-08-2026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45BD4-E59F-7265-4FCE-EB3E99889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494614-0E60-78FF-D1A4-C8730CF96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FD0D9-CC46-4CB5-A68A-96B304D719B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1577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F9BAB-BF01-0C62-954D-612C38CB5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0750B1-1E08-5601-2DDC-CD89178B1E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793405-F235-8B8A-7767-4C72D871AF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BEEB6B-FF77-B4C9-F7CF-7C978F3CE3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07C765-1DA8-4FAB-DB09-3C1ABAE19E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2F7FDD-7932-B788-1E84-9BD446407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FAEF2-B30A-41DD-BDE1-263AC9501BD2}" type="datetimeFigureOut">
              <a:rPr lang="da-DK" smtClean="0"/>
              <a:t>29-08-2026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05BADB-2F99-9497-561A-E98BCE3CE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C268E2-A357-2553-6A18-132F665B5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FD0D9-CC46-4CB5-A68A-96B304D719B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75183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CA17-1F4A-D3E2-FBB4-F13C0E997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1CFB36-CB79-079B-0EDD-050B535B7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FAEF2-B30A-41DD-BDE1-263AC9501BD2}" type="datetimeFigureOut">
              <a:rPr lang="da-DK" smtClean="0"/>
              <a:t>29-08-2026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0F1BC1-F2BF-2B1A-A896-5086F9D9A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50B28A-BD50-CD26-ADA8-3E3015B8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FD0D9-CC46-4CB5-A68A-96B304D719B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84654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4EBA0A-CF91-3661-EFC5-CADB03480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FAEF2-B30A-41DD-BDE1-263AC9501BD2}" type="datetimeFigureOut">
              <a:rPr lang="da-DK" smtClean="0"/>
              <a:t>29-08-2026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5F1B47-AAF4-E3B2-BA07-A3D76008C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F63BC2-09BC-13EC-DE8E-EB18DA353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FD0D9-CC46-4CB5-A68A-96B304D719B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78184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5D796-B9C4-887C-1E53-AB50F636F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7C6F4-A568-DDE2-4293-563296FD8A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BB89D8-CBCA-E66C-363E-0F9D9BBCDF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A80516-8A0B-574B-75D0-5C82F693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FAEF2-B30A-41DD-BDE1-263AC9501BD2}" type="datetimeFigureOut">
              <a:rPr lang="da-DK" smtClean="0"/>
              <a:t>29-08-2026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B5C027-FC54-BAFB-8EA7-3FB5F3409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A76E3D-CECF-AA77-0B8B-ED713428D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FD0D9-CC46-4CB5-A68A-96B304D719B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307463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CE49-9406-13A6-6C90-79848065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42628F-37F9-F4D5-FDA2-7E4C8FE1C0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11C72C-06BC-A8BF-95BB-709B303AAF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E527B1-DA57-51CD-5C61-9517A24B8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FAEF2-B30A-41DD-BDE1-263AC9501BD2}" type="datetimeFigureOut">
              <a:rPr lang="da-DK" smtClean="0"/>
              <a:t>29-08-2026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AA35FB-B4D4-BC3C-FC2D-69287A6C3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DE9AA2-DF84-25B6-9C3C-712E85973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FD0D9-CC46-4CB5-A68A-96B304D719B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966855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B420D-5D64-F980-6B69-C311019FA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0CEFA5-68C6-A2F2-025C-053DBE3059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4325E-9CB7-92BF-BFA4-FDDEEB592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FAEF2-B30A-41DD-BDE1-263AC9501BD2}" type="datetimeFigureOut">
              <a:rPr lang="da-DK" smtClean="0"/>
              <a:t>29-08-2026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1FDA9-C10B-4D7D-AFF0-C1EC2204C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BB284E-CD6B-9616-EA9A-9EF0FF79D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FD0D9-CC46-4CB5-A68A-96B304D719B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07801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22A4D6-1B05-BB89-06D6-6651FA4506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D34D8E-88F2-5E00-706F-4939B5C9E5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96303-B68C-11C1-E8D0-4F3D17F16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FAEF2-B30A-41DD-BDE1-263AC9501BD2}" type="datetimeFigureOut">
              <a:rPr lang="da-DK" smtClean="0"/>
              <a:t>29-08-2026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847070-4F46-2C00-D8E1-8CD3C20A7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16FD4-B8BD-E785-9A52-CCBFCCA9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FD0D9-CC46-4CB5-A68A-96B304D719B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09888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710CA3-A404-C79C-35D4-FF65A65F9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03336E-929E-334A-A96D-08EAE6F95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90D4B-BC35-BEBC-200A-66196B9B59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DFAEF2-B30A-41DD-BDE1-263AC9501BD2}" type="datetimeFigureOut">
              <a:rPr lang="da-DK" smtClean="0"/>
              <a:t>29-08-2026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2F4DA-A35B-C39B-A405-09FBB4F11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9681A-2D9D-F953-A35F-256E3A33F4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AFD0D9-CC46-4CB5-A68A-96B304D719B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6100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microsoft.com/office/2014/relationships/chartEx" Target="../charts/chartEx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839A544F-7CE1-4116-5417-87E5F971998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479255642"/>
                  </p:ext>
                </p:extLst>
              </p:nvPr>
            </p:nvGraphicFramePr>
            <p:xfrm>
              <a:off x="838200" y="1825625"/>
              <a:ext cx="10515600" cy="4351338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>
          <p:pic>
            <p:nvPicPr>
              <p:cNvPr id="6" name="Content Placeholder 5">
                <a:extLst>
                  <a:ext uri="{FF2B5EF4-FFF2-40B4-BE49-F238E27FC236}">
                    <a16:creationId xmlns:a16="http://schemas.microsoft.com/office/drawing/2014/main" id="{839A544F-7CE1-4116-5417-87E5F971998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10F81D78-354C-7C44-ADF7-7674B75E8DBF}"/>
              </a:ext>
            </a:extLst>
          </p:cNvPr>
          <p:cNvSpPr txBox="1">
            <a:spLocks/>
          </p:cNvSpPr>
          <p:nvPr/>
        </p:nvSpPr>
        <p:spPr>
          <a:xfrm>
            <a:off x="571653" y="5782534"/>
            <a:ext cx="3813060" cy="7888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a-DK" dirty="0"/>
              <a:t>Pipeline for {{Name}}</a:t>
            </a:r>
          </a:p>
        </p:txBody>
      </p:sp>
    </p:spTree>
    <p:extLst>
      <p:ext uri="{BB962C8B-B14F-4D97-AF65-F5344CB8AC3E}">
        <p14:creationId xmlns:p14="http://schemas.microsoft.com/office/powerpoint/2010/main" val="2029732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9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think-cell Slide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2026-08-29T19:23:08Z</dcterms:created>
  <dcterms:modified xsi:type="dcterms:W3CDTF">2026-08-29T19:36:42Z</dcterms:modified>
</cp:coreProperties>
</file>